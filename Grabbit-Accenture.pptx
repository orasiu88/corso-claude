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82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Grabbit: web app per la visibilita’ finanziaria personale. Hagenthon 2026, Accenture Application Engineering, Tema 02 Inclusione Finanziaria.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barriere principali: 1) Il linguaggio tecnico dei documenti finanziari e’ incomprensibile ai non esperti. 2) Le spese ricorrenti sono frammentate e invisibili nel loro insieme. Grabbit risolve entrambe.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flusso AI in 3 agenti (Extractor, Formatter, Validator) trasforma qualsiasi documento finanziario in un report strutturato comprensibile. Il semaforo 🟢🟡🔴 segnala la complessita’ del documento originale.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Tracker raccoglie tutte le spese (da PDF o manuali), le normalizza a valore mensile e le mostra in tabella. Il Budget monitora il totale con alert cromatici. La Timeline mostra i prossimi pagamenti con countdown.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importi numerici non vengono mai alterati: si semplifica il linguaggio, non il significato. Il semaforo segnala quando un documento e’ particolarmente complesso.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usato come piattaforma: ciclo Explore→Plan→Implement→Verify su ogni feature. CLAUDE.md per il contesto condiviso, subagenti specializzati per dominio, hooks per qualita’ automatica, plan mode per allinearsi prima di agire.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Grabbit rispetta tutti i vincoli del Tema 02. Stack: HTML5+Vanilla JS, Anthropic API, single file senza build step. Pattern multi-agente con 3 prompt separati (Extractor, Formatter, Validator) eseguiti in parallelo con Promise.all.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01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462272" y="0"/>
            <a:ext cx="36576" cy="5143500"/>
          </a:xfrm>
          <a:prstGeom prst="rect">
            <a:avLst/>
          </a:prstGeom>
          <a:solidFill>
            <a:srgbClr val="2A005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4114800" cy="2971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2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566928"/>
            <a:ext cx="4160520" cy="329184"/>
          </a:xfrm>
          <a:prstGeom prst="roundRect">
            <a:avLst>
              <a:gd name="adj" fmla="val 47222"/>
            </a:avLst>
          </a:prstGeom>
          <a:solidFill>
            <a:srgbClr val="180035"/>
          </a:solidFill>
          <a:ln w="12700">
            <a:solidFill>
              <a:srgbClr val="60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4709160" y="5669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HAGENTHON 2026  ·  TEMA 02  ·  INCLUSIONE FINANZIARIA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105156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</a:t>
            </a:r>
            <a:r>
              <a:rPr lang="en-US" sz="7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</a:t>
            </a:r>
            <a:endParaRPr lang="en-US" sz="72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212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Documenti e Spese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6334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Inclusione Finanziaria con AI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86884" y="3108960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1E0045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4786884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71716" y="3108960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1E0045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6871716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86884" y="3511296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1E0045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 txBox="1"/>
          <p:nvPr/>
        </p:nvSpPr>
        <p:spPr>
          <a:xfrm>
            <a:off x="4786884" y="35112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71716" y="3511296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1E0045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 txBox="1"/>
          <p:nvPr/>
        </p:nvSpPr>
        <p:spPr>
          <a:xfrm>
            <a:off x="6871716" y="35112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46634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settembre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4088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 incomprensibili, spese invisibili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334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capisco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 err="1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</a:t>
            </a:r>
            <a:r>
              <a:rPr lang="en-US" sz="20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401568"/>
            <a:ext cx="73152" cy="16459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758952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Linguaggio tecnico di bollette e contratti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12464"/>
            <a:ext cx="73152" cy="16459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758952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Clausole di rinnovo automatico nascoste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73152" cy="16459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758952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 di recesso non segnalate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334256"/>
            <a:ext cx="73152" cy="16459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758952" y="4315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Variazioni di costo non comunicate chiaramente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572768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48920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6334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so quanto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spendo davvero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92040" y="3401568"/>
            <a:ext cx="7315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5056632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Spese frammentate su decine di documenti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712464"/>
            <a:ext cx="7315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5056632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vista aggregata delle ricorrenti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4023360"/>
            <a:ext cx="7315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 txBox="1"/>
          <p:nvPr/>
        </p:nvSpPr>
        <p:spPr>
          <a:xfrm>
            <a:off x="5056632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avviso su scadenze e rinnovi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4334256"/>
            <a:ext cx="73152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 txBox="1"/>
          <p:nvPr/>
        </p:nvSpPr>
        <p:spPr>
          <a:xfrm>
            <a:off x="5056632" y="4315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mensile sconosciuto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4088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VANTAGGIO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documento diventa leggibile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554480" cy="3246120"/>
          </a:xfrm>
          <a:prstGeom prst="roundRect">
            <a:avLst>
              <a:gd name="adj" fmla="val 5882"/>
            </a:avLst>
          </a:prstGeom>
          <a:solidFill>
            <a:srgbClr val="EDE0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Caricato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907792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Bolletta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Abbonamento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Polizza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926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651760" y="1572768"/>
            <a:ext cx="1828800" cy="3246120"/>
          </a:xfrm>
          <a:prstGeom prst="roundRect">
            <a:avLst>
              <a:gd name="adj" fmla="val 5000"/>
            </a:avLst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2651760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88920" y="281635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8500C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2788920" y="28163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 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3438144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8500C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2788920" y="34381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Formatter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88920" y="4059936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8500C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 txBox="1"/>
          <p:nvPr/>
        </p:nvSpPr>
        <p:spPr>
          <a:xfrm>
            <a:off x="2788920" y="4059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Agent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926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120640" y="157276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5193792" y="160934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€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705856" y="16642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Importo / rata mensile normalizzata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20640" y="2231136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 txBox="1"/>
          <p:nvPr/>
        </p:nvSpPr>
        <p:spPr>
          <a:xfrm>
            <a:off x="5193792" y="226771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705856" y="232257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scadenza e prossimo rinnovo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20640" y="2889504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 txBox="1"/>
          <p:nvPr/>
        </p:nvSpPr>
        <p:spPr>
          <a:xfrm>
            <a:off x="5193792" y="29260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705856" y="29809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Clausole restrittive con tipo e gravita’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120640" y="3547872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 txBox="1"/>
          <p:nvPr/>
        </p:nvSpPr>
        <p:spPr>
          <a:xfrm>
            <a:off x="5193792" y="358444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705856" y="36393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educativi in linguaggio semplice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20640" y="420624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 txBox="1"/>
          <p:nvPr/>
        </p:nvSpPr>
        <p:spPr>
          <a:xfrm>
            <a:off x="5193792" y="424281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705856" y="42976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Semaforo comprensibilita’ del documento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4088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VANTAGGIO 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spese sotto controllo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2651760" cy="713232"/>
          </a:xfrm>
          <a:prstGeom prst="roundRect">
            <a:avLst>
              <a:gd name="adj" fmla="val 15385"/>
            </a:avLst>
          </a:prstGeom>
          <a:solidFill>
            <a:srgbClr val="F5EE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76072" y="1627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60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06424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Spese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" y="2359152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612648" y="2505456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795528" y="24048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 un PDF: l'AI estrae la spesa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072" y="2935224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2648" y="3081528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795528" y="29809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Normalizzazione a valore mensile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" y="3511296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12648" y="3657600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 txBox="1"/>
          <p:nvPr/>
        </p:nvSpPr>
        <p:spPr>
          <a:xfrm>
            <a:off x="795528" y="35570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</a:t>
            </a: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ogni contratto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" y="4087368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9B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612648" y="4233672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A100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795528" y="41330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manuale per le altre spese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1536192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3246120" y="1536192"/>
            <a:ext cx="2651760" cy="713232"/>
          </a:xfrm>
          <a:prstGeom prst="roundRect">
            <a:avLst>
              <a:gd name="adj" fmla="val 15385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410712" y="1627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 txBox="1"/>
          <p:nvPr/>
        </p:nvSpPr>
        <p:spPr>
          <a:xfrm>
            <a:off x="341071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941064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Alert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10712" y="2359152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3447288" y="2505456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 txBox="1"/>
          <p:nvPr/>
        </p:nvSpPr>
        <p:spPr>
          <a:xfrm>
            <a:off x="3630168" y="24048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mensile personalizzabile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10712" y="2935224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3447288" y="3081528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 txBox="1"/>
          <p:nvPr/>
        </p:nvSpPr>
        <p:spPr>
          <a:xfrm>
            <a:off x="3630168" y="29809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</a:t>
            </a:r>
            <a:r>
              <a:rPr lang="en-US" sz="1150" dirty="0" err="1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avanzamento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10712" y="3511296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3447288" y="3657600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 txBox="1"/>
          <p:nvPr/>
        </p:nvSpPr>
        <p:spPr>
          <a:xfrm>
            <a:off x="3630168" y="35570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 superi l'80% o il 100%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10712" y="4087368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3447288" y="4233672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 txBox="1"/>
          <p:nvPr/>
        </p:nvSpPr>
        <p:spPr>
          <a:xfrm>
            <a:off x="3630168" y="41330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cronologico delle spese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80760" y="1536192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6080760" y="1536192"/>
            <a:ext cx="2651760" cy="713232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6245352" y="1627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 txBox="1"/>
          <p:nvPr/>
        </p:nvSpPr>
        <p:spPr>
          <a:xfrm>
            <a:off x="624535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🕒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6775704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Prossimi Pagamenti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45352" y="2359152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6281928" y="2505456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 txBox="1"/>
          <p:nvPr/>
        </p:nvSpPr>
        <p:spPr>
          <a:xfrm>
            <a:off x="6464808" y="24048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</a:t>
            </a:r>
            <a:r>
              <a:rPr lang="en-US" sz="1150" dirty="0" err="1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45352" y="2935224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6281928" y="3081528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 txBox="1"/>
          <p:nvPr/>
        </p:nvSpPr>
        <p:spPr>
          <a:xfrm>
            <a:off x="6464808" y="29809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giorni mancanti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45352" y="3511296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49"/>
          <p:cNvSpPr/>
          <p:nvPr/>
        </p:nvSpPr>
        <p:spPr>
          <a:xfrm>
            <a:off x="6281928" y="3657600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 txBox="1"/>
          <p:nvPr/>
        </p:nvSpPr>
        <p:spPr>
          <a:xfrm>
            <a:off x="6464808" y="35570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evento: pagamento / rinnovo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45352" y="4087368"/>
            <a:ext cx="2322576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Shape 52"/>
          <p:cNvSpPr/>
          <p:nvPr/>
        </p:nvSpPr>
        <p:spPr>
          <a:xfrm>
            <a:off x="6281928" y="4233672"/>
            <a:ext cx="109728" cy="182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 txBox="1"/>
          <p:nvPr/>
        </p:nvSpPr>
        <p:spPr>
          <a:xfrm>
            <a:off x="6464808" y="41330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Avviso automatico a 30 giorni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4088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VALORE CONCRETO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40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gergo inaccessibile a chiarezza immediata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621792" y="1645920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Prima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084832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731520" y="21305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"Prezzo unitario energia: 0,22 €/kWh F1/F2/F3"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743200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731520" y="27889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"Penale recesso anticipato: art. 14 c.2"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3401568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731520" y="34472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"Rinnovo tacito ex art. 6 — preavviso 30 gg ante"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4059936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731520" y="41056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"Quota fissa: 8,50 € + spread 0,015 €/Sm³"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30175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536192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5010912" y="1645920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Dopo (Grabbit)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10912" y="2084832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5120640" y="21579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Paghi circa 45 € al mese di energia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10912" y="2743200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5120640" y="28163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 uscire prima paghi una penale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10912" y="3401568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5120640" y="34747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Il contratto si rinnova: disdici 30 gg prima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10912" y="4059936"/>
            <a:ext cx="3511296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 txBox="1"/>
          <p:nvPr/>
        </p:nvSpPr>
        <p:spPr>
          <a:xfrm>
            <a:off x="5120640" y="41330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Tariffa fissa + variabile: totale trasparente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01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704088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DI SVILUPPO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3587"/>
            <a:ext cx="822960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come piattaforma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A100FF"/>
          </a:solidFill>
          <a:ln w="12700">
            <a:solidFill>
              <a:srgbClr val="8000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73152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682496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1572768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18003A"/>
          </a:solidFill>
          <a:ln w="12700">
            <a:solidFill>
              <a:srgbClr val="50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269748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682496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572768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18003A"/>
          </a:solidFill>
          <a:ln w="12700">
            <a:solidFill>
              <a:srgbClr val="50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66344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1682496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29400" y="1572768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18003A"/>
          </a:solidFill>
          <a:ln w="12700">
            <a:solidFill>
              <a:srgbClr val="50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662940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8003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 txBox="1"/>
          <p:nvPr/>
        </p:nvSpPr>
        <p:spPr>
          <a:xfrm>
            <a:off x="502920" y="2487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" y="2962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" y="331927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Gerarchia di contesto: regole, design system, agenti — prima di scrivere codice.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9464" y="2395728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8003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2569464" y="2487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2642616" y="2962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Subagenti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42616" y="331927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Code, Validator, Test Agent: contesto isolato per ogni dominio.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6008" y="2395728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8003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 txBox="1"/>
          <p:nvPr/>
        </p:nvSpPr>
        <p:spPr>
          <a:xfrm>
            <a:off x="4636008" y="2487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2962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331927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Basandoci</a:t>
            </a: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 system </a:t>
            </a:r>
            <a:r>
              <a:rPr lang="en-US" sz="1050" dirty="0" err="1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definito</a:t>
            </a: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inzialmente</a:t>
            </a: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050" dirty="0" err="1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</a:t>
            </a: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prodotta</a:t>
            </a: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UI.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02552" y="2395728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8003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 txBox="1"/>
          <p:nvPr/>
        </p:nvSpPr>
        <p:spPr>
          <a:xfrm>
            <a:off x="6702552" y="24871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6775704" y="2962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75704" y="331927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Shift+Tab: approccio condiviso senza toccare file, correzioni a costo zero.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01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704088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384048"/>
            <a:ext cx="3749040" cy="438912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0D0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8368"/>
            <a:ext cx="3474720" cy="2505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Documenti e Spese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Hagenthon 2026  ·  Accenture Application Engineering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45720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L'AI democratizza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finanza personale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703</Words>
  <Application>Microsoft Office PowerPoint</Application>
  <PresentationFormat>On-screen Show (16:9)</PresentationFormat>
  <Paragraphs>131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Cammarata, Armando</cp:lastModifiedBy>
  <cp:revision>3</cp:revision>
  <dcterms:created xsi:type="dcterms:W3CDTF">2026-09-22T13:14:32Z</dcterms:created>
  <dcterms:modified xsi:type="dcterms:W3CDTF">2026-09-22T13:18:35Z</dcterms:modified>
</cp:coreProperties>
</file>